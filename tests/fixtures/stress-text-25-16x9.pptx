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heme" Target="../theme/theme1.xml"/></Relationships>
</file>

<file path=ppt/slideLayouts/slideLayout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第1页 文字内容 StressTest Line 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第2页 文字内容 StressTest Line 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第3页 文字内容 StressTest Line 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第4页 文字内容 StressTest Line 4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第5页 文字内容 StressTest Line 5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第6页 文字内容 StressTest Line 6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第7页 文字内容 StressTest Line 7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第8页 文字内容 StressTest Line 8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第9页 文字内容 StressTest Line 9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第10页 文字内容 StressTest Line 10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第11页 文字内容 StressTest Line 11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第12页 文字内容 StressTest Line 12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第13页 文字内容 StressTest Line 13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第14页 文字内容 StressTest Line 14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第15页 文字内容 StressTest Line 15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第16页 文字内容 StressTest Line 16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第17页 文字内容 StressTest Line 17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第18页 文字内容 StressTest Line 18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第19页 文字内容 StressTest Line 19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第20页 文字内容 StressTest Line 20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第21页 文字内容 StressTest Line 21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第22页 文字内容 StressTest Line 22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第23页 文字内容 StressTest Line 23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第24页 文字内容 StressTest Line 24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/>
          <p:nvPr/>
        </p:nvSpPr>
        <p:spPr>
          <a:xfrm>
            <a:off x="800000" y="800000"/>
            <a:ext cx="9000000" cy="3000000"/>
          </a:xfrm>
          <a:prstGeom prst="rect">
            <a:avLst/>
          </a:prstGeom>
        </p:spPr>
        <p:txBody>
          <a:bodyPr/>
          <a:lstStyle/>
          <a:p>
            <a:r>
              <a:t>压测 第25页 文字内容 StressTest Line 25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/>
</file>