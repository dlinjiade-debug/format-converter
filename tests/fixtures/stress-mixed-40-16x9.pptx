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heme" Target="../theme/theme1.xml"/></Relationships>
</file>

<file path=ppt/slideLayouts/slideLayout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第4页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第5页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第6页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第7页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第8页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第9页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第10页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第11页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第12页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第13页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第14页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第15页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第16页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第17页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第18页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第19页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第20页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第21页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第22页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第23页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第24页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第25页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第26页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第27页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第28页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第29页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第30页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第31页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第32页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第33页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第34页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第35页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第36页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第37页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第38页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第39页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压测混合 第40页</a:t>
            </a:r>
          </a:p>
        </p:txBody>
      </p:sp>
      <p:pic>
        <p:nvPicPr>
          <p:cNvPr id="3" name="p3"/>
          <p:cNvPicPr/>
          <p:nvPr/>
        </p:nvPicPr>
        <p:blipFill>
          <a:blip r:embed="rIdImg"/>
          <a:stretch>
            <a:fillRect/>
          </a:stretch>
        </p:blipFill>
        <p:spPr>
          <a:xfrm>
            <a:off x="0" y="0"/>
            <a:ext cx="4876800" cy="274320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/>
</file>